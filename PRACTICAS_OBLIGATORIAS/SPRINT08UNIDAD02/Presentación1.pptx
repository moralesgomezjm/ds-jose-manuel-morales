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81" r:id="rId3"/>
    <p:sldId id="257" r:id="rId4"/>
    <p:sldId id="266" r:id="rId5"/>
    <p:sldId id="263" r:id="rId6"/>
    <p:sldId id="284" r:id="rId7"/>
    <p:sldId id="285" r:id="rId8"/>
    <p:sldId id="286" r:id="rId9"/>
    <p:sldId id="287" r:id="rId10"/>
  </p:sldIdLst>
  <p:sldSz cx="12192000" cy="6858000"/>
  <p:notesSz cx="6858000" cy="9144000"/>
  <p:embeddedFontLst>
    <p:embeddedFont>
      <p:font typeface="Gilroy" panose="00000400000000000000" charset="0"/>
      <p:regular r:id="rId16"/>
    </p:embeddedFont>
    <p:embeddedFont>
      <p:font typeface="DM Serif Display" charset="0"/>
      <p:regular r:id="rId17"/>
      <p:italic r:id="rId18"/>
    </p:embeddedFont>
  </p:embeddedFontLst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24" userDrawn="1">
          <p15:clr>
            <a:srgbClr val="A4A3A4"/>
          </p15:clr>
        </p15:guide>
        <p15:guide id="4" pos="7194" userDrawn="1">
          <p15:clr>
            <a:srgbClr val="A4A3A4"/>
          </p15:clr>
        </p15:guide>
        <p15:guide id="5" orient="horz" pos="392" userDrawn="1">
          <p15:clr>
            <a:srgbClr val="A4A3A4"/>
          </p15:clr>
        </p15:guide>
        <p15:guide id="7" orient="horz" pos="778" userDrawn="1">
          <p15:clr>
            <a:srgbClr val="A4A3A4"/>
          </p15:clr>
        </p15:guide>
        <p15:guide id="8" orient="horz" pos="39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1195"/>
    <a:srgbClr val="1A3497"/>
    <a:srgbClr val="1B56A6"/>
    <a:srgbClr val="AF2EE2"/>
    <a:srgbClr val="030452"/>
    <a:srgbClr val="C44BAD"/>
    <a:srgbClr val="1B7FC0"/>
    <a:srgbClr val="E653AD"/>
    <a:srgbClr val="06023D"/>
    <a:srgbClr val="0204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374" autoAdjust="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348" y="78"/>
      </p:cViewPr>
      <p:guideLst>
        <p:guide orient="horz" pos="2160"/>
        <p:guide pos="3840"/>
        <p:guide pos="424"/>
        <p:guide pos="7194"/>
        <p:guide orient="horz" pos="392"/>
        <p:guide orient="horz" pos="778"/>
        <p:guide orient="horz" pos="392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4.xml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Arial" panose="020B0604020202020204" pitchFamily="34" charset="0"/>
                <a:ea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Arial" panose="020B0604020202020204" pitchFamily="34" charset="0"/>
                <a:ea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image" Target="../media/image10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8000">
              <a:srgbClr val="190985"/>
            </a:gs>
            <a:gs pos="100000">
              <a:srgbClr val="1B59A7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图片 89"/>
          <p:cNvPicPr>
            <a:picLocks noChangeAspect="1"/>
          </p:cNvPicPr>
          <p:nvPr/>
        </p:nvPicPr>
        <p:blipFill>
          <a:blip r:embed="rId1"/>
          <a:srcRect r="24556" b="42640"/>
          <a:stretch>
            <a:fillRect/>
          </a:stretch>
        </p:blipFill>
        <p:spPr>
          <a:xfrm>
            <a:off x="3595572" y="322166"/>
            <a:ext cx="8596428" cy="6535834"/>
          </a:xfrm>
          <a:custGeom>
            <a:avLst/>
            <a:gdLst>
              <a:gd name="connsiteX0" fmla="*/ 0 w 8596428"/>
              <a:gd name="connsiteY0" fmla="*/ 0 h 6535834"/>
              <a:gd name="connsiteX1" fmla="*/ 8596428 w 8596428"/>
              <a:gd name="connsiteY1" fmla="*/ 0 h 6535834"/>
              <a:gd name="connsiteX2" fmla="*/ 8596428 w 8596428"/>
              <a:gd name="connsiteY2" fmla="*/ 6535834 h 6535834"/>
              <a:gd name="connsiteX3" fmla="*/ 0 w 8596428"/>
              <a:gd name="connsiteY3" fmla="*/ 6535834 h 6535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96428" h="6535834">
                <a:moveTo>
                  <a:pt x="0" y="0"/>
                </a:moveTo>
                <a:lnTo>
                  <a:pt x="8596428" y="0"/>
                </a:lnTo>
                <a:lnTo>
                  <a:pt x="8596428" y="6535834"/>
                </a:lnTo>
                <a:lnTo>
                  <a:pt x="0" y="6535834"/>
                </a:lnTo>
                <a:close/>
              </a:path>
            </a:pathLst>
          </a:custGeom>
        </p:spPr>
      </p:pic>
      <p:pic>
        <p:nvPicPr>
          <p:cNvPr id="97" name="图片 96"/>
          <p:cNvPicPr>
            <a:picLocks noChangeAspect="1"/>
          </p:cNvPicPr>
          <p:nvPr/>
        </p:nvPicPr>
        <p:blipFill rotWithShape="1">
          <a:blip r:embed="rId2"/>
          <a:srcRect l="30135" t="41982" b="12967"/>
          <a:stretch>
            <a:fillRect/>
          </a:stretch>
        </p:blipFill>
        <p:spPr>
          <a:xfrm>
            <a:off x="0" y="0"/>
            <a:ext cx="10639842" cy="6858000"/>
          </a:xfrm>
          <a:custGeom>
            <a:avLst/>
            <a:gdLst>
              <a:gd name="connsiteX0" fmla="*/ 0 w 10639842"/>
              <a:gd name="connsiteY0" fmla="*/ 0 h 6858000"/>
              <a:gd name="connsiteX1" fmla="*/ 10639842 w 10639842"/>
              <a:gd name="connsiteY1" fmla="*/ 0 h 6858000"/>
              <a:gd name="connsiteX2" fmla="*/ 10639842 w 10639842"/>
              <a:gd name="connsiteY2" fmla="*/ 6858000 h 6858000"/>
              <a:gd name="connsiteX3" fmla="*/ 0 w 1063984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39842" h="6858000">
                <a:moveTo>
                  <a:pt x="0" y="0"/>
                </a:moveTo>
                <a:lnTo>
                  <a:pt x="10639842" y="0"/>
                </a:lnTo>
                <a:lnTo>
                  <a:pt x="1063984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13" name="图片 112"/>
          <p:cNvPicPr>
            <a:picLocks noChangeAspect="1"/>
          </p:cNvPicPr>
          <p:nvPr/>
        </p:nvPicPr>
        <p:blipFill>
          <a:blip r:embed="rId3"/>
          <a:srcRect l="27603" t="64262"/>
          <a:stretch>
            <a:fillRect/>
          </a:stretch>
        </p:blipFill>
        <p:spPr>
          <a:xfrm>
            <a:off x="1" y="0"/>
            <a:ext cx="8550511" cy="4060993"/>
          </a:xfrm>
          <a:custGeom>
            <a:avLst/>
            <a:gdLst>
              <a:gd name="connsiteX0" fmla="*/ 0 w 8550511"/>
              <a:gd name="connsiteY0" fmla="*/ 0 h 4060993"/>
              <a:gd name="connsiteX1" fmla="*/ 8550511 w 8550511"/>
              <a:gd name="connsiteY1" fmla="*/ 0 h 4060993"/>
              <a:gd name="connsiteX2" fmla="*/ 8550511 w 8550511"/>
              <a:gd name="connsiteY2" fmla="*/ 4060993 h 4060993"/>
              <a:gd name="connsiteX3" fmla="*/ 0 w 8550511"/>
              <a:gd name="connsiteY3" fmla="*/ 4060993 h 4060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50511" h="4060993">
                <a:moveTo>
                  <a:pt x="0" y="0"/>
                </a:moveTo>
                <a:lnTo>
                  <a:pt x="8550511" y="0"/>
                </a:lnTo>
                <a:lnTo>
                  <a:pt x="8550511" y="4060993"/>
                </a:lnTo>
                <a:lnTo>
                  <a:pt x="0" y="4060993"/>
                </a:lnTo>
                <a:close/>
              </a:path>
            </a:pathLst>
          </a:custGeom>
        </p:spPr>
      </p:pic>
      <p:pic>
        <p:nvPicPr>
          <p:cNvPr id="119" name="图片 118"/>
          <p:cNvPicPr>
            <a:picLocks noChangeAspect="1"/>
          </p:cNvPicPr>
          <p:nvPr/>
        </p:nvPicPr>
        <p:blipFill rotWithShape="1">
          <a:blip r:embed="rId4"/>
          <a:srcRect l="-13545" t="1" r="34945" b="41439"/>
          <a:stretch>
            <a:fillRect/>
          </a:stretch>
        </p:blipFill>
        <p:spPr>
          <a:xfrm rot="605302">
            <a:off x="5994360" y="2794755"/>
            <a:ext cx="6459513" cy="4612577"/>
          </a:xfrm>
          <a:custGeom>
            <a:avLst/>
            <a:gdLst>
              <a:gd name="connsiteX0" fmla="*/ 0 w 6459513"/>
              <a:gd name="connsiteY0" fmla="*/ 0 h 4612577"/>
              <a:gd name="connsiteX1" fmla="*/ 5833918 w 6459513"/>
              <a:gd name="connsiteY1" fmla="*/ 0 h 4612577"/>
              <a:gd name="connsiteX2" fmla="*/ 6459513 w 6459513"/>
              <a:gd name="connsiteY2" fmla="*/ 3516206 h 4612577"/>
              <a:gd name="connsiteX3" fmla="*/ 297276 w 6459513"/>
              <a:gd name="connsiteY3" fmla="*/ 4612577 h 461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59513" h="4612577">
                <a:moveTo>
                  <a:pt x="0" y="0"/>
                </a:moveTo>
                <a:lnTo>
                  <a:pt x="5833918" y="0"/>
                </a:lnTo>
                <a:lnTo>
                  <a:pt x="6459513" y="3516206"/>
                </a:lnTo>
                <a:lnTo>
                  <a:pt x="297276" y="4612577"/>
                </a:lnTo>
                <a:close/>
              </a:path>
            </a:pathLst>
          </a:custGeom>
        </p:spPr>
      </p:pic>
      <p:sp>
        <p:nvSpPr>
          <p:cNvPr id="17" name="任意多边形: 形状 16"/>
          <p:cNvSpPr/>
          <p:nvPr/>
        </p:nvSpPr>
        <p:spPr>
          <a:xfrm>
            <a:off x="1" y="0"/>
            <a:ext cx="1837206" cy="6858000"/>
          </a:xfrm>
          <a:custGeom>
            <a:avLst/>
            <a:gdLst>
              <a:gd name="connsiteX0" fmla="*/ 0 w 2347833"/>
              <a:gd name="connsiteY0" fmla="*/ 0 h 6858000"/>
              <a:gd name="connsiteX1" fmla="*/ 2347833 w 2347833"/>
              <a:gd name="connsiteY1" fmla="*/ 0 h 6858000"/>
              <a:gd name="connsiteX2" fmla="*/ 2347833 w 2347833"/>
              <a:gd name="connsiteY2" fmla="*/ 6858000 h 6858000"/>
              <a:gd name="connsiteX3" fmla="*/ 0 w 234783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7833" h="6858000">
                <a:moveTo>
                  <a:pt x="0" y="0"/>
                </a:moveTo>
                <a:lnTo>
                  <a:pt x="2347833" y="0"/>
                </a:lnTo>
                <a:lnTo>
                  <a:pt x="23478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38000">
                <a:srgbClr val="020457"/>
              </a:gs>
              <a:gs pos="100000">
                <a:srgbClr val="06023D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115089" y="6260953"/>
            <a:ext cx="28939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20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n-US" altLang="zh-CN" sz="1100" dirty="0">
                <a:solidFill>
                  <a:schemeClr val="bg1"/>
                </a:solidFill>
                <a:ea typeface="Arial" panose="020B0604020202020204" pitchFamily="34" charset="0"/>
              </a:rPr>
              <a:t>PRESENTATION</a:t>
            </a:r>
            <a:endParaRPr lang="en-US" altLang="zh-CN" sz="1100" dirty="0">
              <a:solidFill>
                <a:schemeClr val="bg1"/>
              </a:solidFill>
              <a:ea typeface="Arial" panose="020B0604020202020204" pitchFamily="34" charset="0"/>
            </a:endParaRPr>
          </a:p>
        </p:txBody>
      </p:sp>
      <p:grpSp>
        <p:nvGrpSpPr>
          <p:cNvPr id="45" name="组合 44"/>
          <p:cNvGrpSpPr/>
          <p:nvPr/>
        </p:nvGrpSpPr>
        <p:grpSpPr>
          <a:xfrm rot="16200000">
            <a:off x="1435082" y="5418951"/>
            <a:ext cx="761187" cy="761187"/>
            <a:chOff x="1984442" y="5680952"/>
            <a:chExt cx="476655" cy="476655"/>
          </a:xfrm>
          <a:solidFill>
            <a:srgbClr val="AF2EE2"/>
          </a:solidFill>
        </p:grpSpPr>
        <p:sp>
          <p:nvSpPr>
            <p:cNvPr id="28" name="椭圆 27"/>
            <p:cNvSpPr/>
            <p:nvPr/>
          </p:nvSpPr>
          <p:spPr>
            <a:xfrm>
              <a:off x="1984442" y="5680952"/>
              <a:ext cx="476655" cy="47665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半闭框 29"/>
            <p:cNvSpPr/>
            <p:nvPr/>
          </p:nvSpPr>
          <p:spPr>
            <a:xfrm rot="13500593">
              <a:off x="2141181" y="5797398"/>
              <a:ext cx="163177" cy="163177"/>
            </a:xfrm>
            <a:prstGeom prst="halfFrame">
              <a:avLst>
                <a:gd name="adj1" fmla="val 20149"/>
                <a:gd name="adj2" fmla="val 1895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2593431" y="3691661"/>
            <a:ext cx="4714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altLang="zh-CN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Graduate Thesis Defense PPT Template</a:t>
            </a:r>
            <a:endParaRPr lang="en-US" altLang="zh-CN" sz="1800" b="0" i="0" u="none" strike="noStrike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55331" y="1891672"/>
            <a:ext cx="5739547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s-ES" altLang="en-US" sz="4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El Titanic</a:t>
            </a:r>
            <a:endParaRPr lang="es-ES" altLang="en-US" sz="4800" b="0" i="0" u="none" strike="noStrike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93431" y="4158551"/>
            <a:ext cx="272142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>
                <a:solidFill>
                  <a:schemeClr val="bg1"/>
                </a:solidFill>
              </a:rPr>
              <a:t>Presentations are communication tools that can be used as speeches, reports, and more.</a:t>
            </a:r>
            <a:endParaRPr lang="zh-CN" altLang="en-US" sz="1050" dirty="0">
              <a:solidFill>
                <a:schemeClr val="bg1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16374" y="1910722"/>
            <a:ext cx="1064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altLang="zh-CN" sz="40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01</a:t>
            </a:r>
            <a:endParaRPr lang="en-US" altLang="zh-CN" sz="4000" b="0" i="0" u="none" strike="noStrike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</a:endParaRPr>
          </a:p>
        </p:txBody>
      </p:sp>
      <p:cxnSp>
        <p:nvCxnSpPr>
          <p:cNvPr id="102" name="直接连接符 101"/>
          <p:cNvCxnSpPr/>
          <p:nvPr/>
        </p:nvCxnSpPr>
        <p:spPr>
          <a:xfrm>
            <a:off x="719138" y="2644008"/>
            <a:ext cx="41693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8000">
              <a:srgbClr val="190985"/>
            </a:gs>
            <a:gs pos="100000">
              <a:srgbClr val="1B59A7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859805" y="534462"/>
            <a:ext cx="3384619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4800" b="0" i="0" u="none" strike="noStrike">
                <a:solidFill>
                  <a:schemeClr val="bg1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s-ES" altLang="en-US" dirty="0">
                <a:ea typeface="Arial" panose="020B0604020202020204" pitchFamily="34" charset="0"/>
              </a:rPr>
              <a:t>TITANIC</a:t>
            </a:r>
            <a:endParaRPr lang="es-ES" altLang="en-US" dirty="0">
              <a:ea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51008" y="579255"/>
            <a:ext cx="137136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11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s-ES" altLang="en-US" dirty="0">
                <a:solidFill>
                  <a:schemeClr val="bg1"/>
                </a:solidFill>
                <a:ea typeface="Arial" panose="020B0604020202020204" pitchFamily="34" charset="0"/>
              </a:rPr>
              <a:t>TITANIC SPRINT 8</a:t>
            </a:r>
            <a:endParaRPr lang="es-ES" altLang="en-US" dirty="0">
              <a:solidFill>
                <a:schemeClr val="bg1"/>
              </a:solidFill>
              <a:ea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380999" y="579255"/>
            <a:ext cx="1168724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11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s-ES" altLang="en-US" dirty="0">
                <a:solidFill>
                  <a:schemeClr val="bg1"/>
                </a:solidFill>
                <a:ea typeface="Arial" panose="020B0604020202020204" pitchFamily="34" charset="0"/>
              </a:rPr>
              <a:t>JM MORALES</a:t>
            </a:r>
            <a:endParaRPr lang="es-ES" altLang="en-US" dirty="0">
              <a:solidFill>
                <a:schemeClr val="bg1"/>
              </a:solidFill>
              <a:ea typeface="Arial" panose="020B0604020202020204" pitchFamily="34" charset="0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4140925" y="1018904"/>
            <a:ext cx="7106195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/>
        </p:nvGrpSpPr>
        <p:grpSpPr>
          <a:xfrm>
            <a:off x="5943378" y="2510156"/>
            <a:ext cx="5358352" cy="2998932"/>
            <a:chOff x="737648" y="2952206"/>
            <a:chExt cx="5358352" cy="2998932"/>
          </a:xfrm>
        </p:grpSpPr>
        <p:sp>
          <p:nvSpPr>
            <p:cNvPr id="63" name="矩形: 圆角 62"/>
            <p:cNvSpPr/>
            <p:nvPr/>
          </p:nvSpPr>
          <p:spPr>
            <a:xfrm>
              <a:off x="737648" y="2952206"/>
              <a:ext cx="5062261" cy="1632857"/>
            </a:xfrm>
            <a:prstGeom prst="roundRect">
              <a:avLst>
                <a:gd name="adj" fmla="val 5929"/>
              </a:avLst>
            </a:prstGeom>
            <a:solidFill>
              <a:schemeClr val="bg1"/>
            </a:solidFill>
            <a:ln w="15875">
              <a:noFill/>
              <a:prstDash val="solid"/>
            </a:ln>
            <a:effectLst>
              <a:outerShdw blurRad="482600" dist="101600" dir="4740000" algn="tr" rotWithShape="0">
                <a:srgbClr val="FD4C66">
                  <a:alpha val="1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086708" y="3333448"/>
              <a:ext cx="4009292" cy="398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ctr">
                <a:defRPr sz="4800" b="0" i="0" u="none" strike="noStrike">
                  <a:solidFill>
                    <a:srgbClr val="000000"/>
                  </a:solidFill>
                  <a:effectLst/>
                  <a:latin typeface="+mj-lt"/>
                  <a:ea typeface="Microsoft YaHei" panose="020B0503020204020204" pitchFamily="34" charset="-122"/>
                </a:defRPr>
              </a:lvl1pPr>
            </a:lstStyle>
            <a:p>
              <a:r>
                <a:rPr lang="es-ES" altLang="en-US" sz="2000" dirty="0">
                  <a:solidFill>
                    <a:srgbClr val="1A3497"/>
                  </a:solidFill>
                  <a:ea typeface="Gilroy" panose="00000400000000000000" charset="0"/>
                </a:rPr>
                <a:t>El accidente del Titanic</a:t>
              </a:r>
              <a:endParaRPr lang="es-ES" altLang="en-US" sz="2000" dirty="0">
                <a:solidFill>
                  <a:srgbClr val="1A3497"/>
                </a:solidFill>
                <a:ea typeface="Gilroy" panose="00000400000000000000" charset="0"/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966651" y="3337559"/>
              <a:ext cx="836023" cy="836023"/>
            </a:xfrm>
            <a:prstGeom prst="ellipse">
              <a:avLst/>
            </a:prstGeom>
            <a:solidFill>
              <a:srgbClr val="1B56A6"/>
            </a:solidFill>
            <a:ln>
              <a:noFill/>
            </a:ln>
            <a:effectLst>
              <a:outerShdw blurRad="50800" dist="38100" dir="2700000" algn="tl" rotWithShape="0">
                <a:srgbClr val="1B7FC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079491" y="3810624"/>
              <a:ext cx="3652462" cy="5759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05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s-ES" altLang="zh-CN" dirty="0">
                  <a:solidFill>
                    <a:schemeClr val="tx1"/>
                  </a:solidFill>
                </a:rPr>
                <a:t>Fue un accidente con una alta tasa de mortalidad, según vemos en los datos reflejados la tasa de suervivencia no fue mayor al 0.38.</a:t>
              </a:r>
              <a:endParaRPr lang="es-ES" altLang="zh-CN" dirty="0">
                <a:solidFill>
                  <a:schemeClr val="tx1"/>
                </a:solidFill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025269" y="3429000"/>
              <a:ext cx="65983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ctr">
                <a:defRPr sz="4800" b="0" i="0" u="none" strike="noStrike">
                  <a:solidFill>
                    <a:schemeClr val="bg1"/>
                  </a:solidFill>
                  <a:effectLst/>
                  <a:latin typeface="+mj-lt"/>
                  <a:ea typeface="Microsoft YaHei" panose="020B0503020204020204" pitchFamily="34" charset="-122"/>
                </a:defRPr>
              </a:lvl1pPr>
            </a:lstStyle>
            <a:p>
              <a:pPr algn="ctr"/>
              <a:r>
                <a:rPr lang="en-US" altLang="zh-CN" sz="3600" dirty="0">
                  <a:ea typeface="Arial" panose="020B0604020202020204" pitchFamily="34" charset="0"/>
                </a:rPr>
                <a:t>01</a:t>
              </a:r>
              <a:endParaRPr lang="zh-CN" altLang="en-US" sz="3600" dirty="0">
                <a:ea typeface="Arial" panose="020B0604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25269" y="5305978"/>
              <a:ext cx="659839" cy="645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ctr">
                <a:defRPr sz="4800" b="0" i="0" u="none" strike="noStrike">
                  <a:solidFill>
                    <a:schemeClr val="bg1"/>
                  </a:solidFill>
                  <a:effectLst/>
                  <a:latin typeface="+mj-lt"/>
                  <a:ea typeface="Microsoft YaHei" panose="020B0503020204020204" pitchFamily="34" charset="-122"/>
                </a:defRPr>
              </a:lvl1pPr>
            </a:lstStyle>
            <a:p>
              <a:pPr algn="ctr"/>
              <a:endParaRPr lang="zh-CN" altLang="en-US" sz="3600" dirty="0">
                <a:ea typeface="Arial" panose="020B0604020202020204" pitchFamily="34" charset="0"/>
              </a:endParaRPr>
            </a:p>
          </p:txBody>
        </p:sp>
      </p:grpSp>
      <p:pic>
        <p:nvPicPr>
          <p:cNvPr id="7" name="Imagen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1863090"/>
            <a:ext cx="4905375" cy="3905250"/>
          </a:xfrm>
          <a:prstGeom prst="rect">
            <a:avLst/>
          </a:prstGeom>
        </p:spPr>
      </p:pic>
      <p:grpSp>
        <p:nvGrpSpPr>
          <p:cNvPr id="14" name="组合 77"/>
          <p:cNvGrpSpPr/>
          <p:nvPr/>
        </p:nvGrpSpPr>
        <p:grpSpPr>
          <a:xfrm>
            <a:off x="5943378" y="4483101"/>
            <a:ext cx="5062261" cy="2998932"/>
            <a:chOff x="737648" y="2952206"/>
            <a:chExt cx="5062261" cy="2998932"/>
          </a:xfrm>
        </p:grpSpPr>
        <p:sp>
          <p:nvSpPr>
            <p:cNvPr id="15" name="矩形: 圆角 62"/>
            <p:cNvSpPr/>
            <p:nvPr/>
          </p:nvSpPr>
          <p:spPr>
            <a:xfrm>
              <a:off x="737648" y="2952206"/>
              <a:ext cx="5062261" cy="1632857"/>
            </a:xfrm>
            <a:prstGeom prst="roundRect">
              <a:avLst>
                <a:gd name="adj" fmla="val 5929"/>
              </a:avLst>
            </a:prstGeom>
            <a:solidFill>
              <a:schemeClr val="bg1"/>
            </a:solidFill>
            <a:ln w="15875">
              <a:noFill/>
              <a:prstDash val="solid"/>
            </a:ln>
            <a:effectLst>
              <a:outerShdw blurRad="482600" dist="101600" dir="4740000" algn="tr" rotWithShape="0">
                <a:srgbClr val="FD4C66">
                  <a:alpha val="1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9"/>
            <p:cNvSpPr txBox="1"/>
            <p:nvPr/>
          </p:nvSpPr>
          <p:spPr>
            <a:xfrm>
              <a:off x="1264383" y="3333448"/>
              <a:ext cx="4009292" cy="398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ctr">
                <a:defRPr sz="4800" b="0" i="0" u="none" strike="noStrike">
                  <a:solidFill>
                    <a:srgbClr val="000000"/>
                  </a:solidFill>
                  <a:effectLst/>
                  <a:latin typeface="+mj-lt"/>
                  <a:ea typeface="Microsoft YaHei" panose="020B0503020204020204" pitchFamily="34" charset="-122"/>
                </a:defRPr>
              </a:lvl1pPr>
            </a:lstStyle>
            <a:p>
              <a:r>
                <a:rPr lang="es-ES" altLang="en-US" sz="2000" dirty="0">
                  <a:solidFill>
                    <a:srgbClr val="1A3497"/>
                  </a:solidFill>
                  <a:ea typeface="Gilroy" panose="00000400000000000000" charset="0"/>
                </a:rPr>
                <a:t>Tasa de supervivencia: 0.38</a:t>
              </a:r>
              <a:endParaRPr lang="es-ES" altLang="en-US" sz="2000" dirty="0">
                <a:solidFill>
                  <a:srgbClr val="1A3497"/>
                </a:solidFill>
                <a:ea typeface="Gilroy" panose="00000400000000000000" charset="0"/>
              </a:endParaRPr>
            </a:p>
          </p:txBody>
        </p:sp>
        <p:sp>
          <p:nvSpPr>
            <p:cNvPr id="22" name="文本框 8"/>
            <p:cNvSpPr txBox="1"/>
            <p:nvPr/>
          </p:nvSpPr>
          <p:spPr>
            <a:xfrm>
              <a:off x="2079491" y="3810624"/>
              <a:ext cx="3652462" cy="2527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05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endParaRPr lang="es-ES" altLang="zh-CN" dirty="0"/>
            </a:p>
          </p:txBody>
        </p:sp>
        <p:sp>
          <p:nvSpPr>
            <p:cNvPr id="24" name="文本框 7"/>
            <p:cNvSpPr txBox="1"/>
            <p:nvPr/>
          </p:nvSpPr>
          <p:spPr>
            <a:xfrm>
              <a:off x="1025269" y="5305978"/>
              <a:ext cx="659839" cy="645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ctr">
                <a:defRPr sz="4800" b="0" i="0" u="none" strike="noStrike">
                  <a:solidFill>
                    <a:schemeClr val="bg1"/>
                  </a:solidFill>
                  <a:effectLst/>
                  <a:latin typeface="+mj-lt"/>
                  <a:ea typeface="Microsoft YaHei" panose="020B0503020204020204" pitchFamily="34" charset="-122"/>
                </a:defRPr>
              </a:lvl1pPr>
            </a:lstStyle>
            <a:p>
              <a:pPr algn="ctr"/>
              <a:endParaRPr lang="zh-CN" altLang="en-US" sz="3600" dirty="0">
                <a:ea typeface="Arial" panose="020B0604020202020204" pitchFamily="34" charset="0"/>
              </a:endParaRPr>
            </a:p>
          </p:txBody>
        </p:sp>
      </p:grpSp>
      <p:sp>
        <p:nvSpPr>
          <p:cNvPr id="25" name="文本框 9"/>
          <p:cNvSpPr txBox="1"/>
          <p:nvPr/>
        </p:nvSpPr>
        <p:spPr>
          <a:xfrm>
            <a:off x="6717128" y="5369803"/>
            <a:ext cx="4009292" cy="3987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48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s-ES" altLang="en-US" sz="2000" dirty="0">
                <a:solidFill>
                  <a:srgbClr val="1A3497"/>
                </a:solidFill>
                <a:ea typeface="Gilroy" panose="00000400000000000000" charset="0"/>
              </a:rPr>
              <a:t>Tasa de mortalidad: 0.61</a:t>
            </a:r>
            <a:endParaRPr lang="es-ES" altLang="en-US" sz="2000" dirty="0">
              <a:solidFill>
                <a:srgbClr val="1A3497"/>
              </a:solidFill>
              <a:ea typeface="Gilroy" panose="00000400000000000000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B56A6"/>
            </a:gs>
            <a:gs pos="76000">
              <a:srgbClr val="221195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rcRect r="24556" b="42640"/>
          <a:stretch>
            <a:fillRect/>
          </a:stretch>
        </p:blipFill>
        <p:spPr>
          <a:xfrm>
            <a:off x="9628505" y="4876165"/>
            <a:ext cx="2564130" cy="1981835"/>
          </a:xfrm>
          <a:custGeom>
            <a:avLst/>
            <a:gdLst>
              <a:gd name="connsiteX0" fmla="*/ 0 w 8596428"/>
              <a:gd name="connsiteY0" fmla="*/ 0 h 6535834"/>
              <a:gd name="connsiteX1" fmla="*/ 8596428 w 8596428"/>
              <a:gd name="connsiteY1" fmla="*/ 0 h 6535834"/>
              <a:gd name="connsiteX2" fmla="*/ 8596428 w 8596428"/>
              <a:gd name="connsiteY2" fmla="*/ 6535834 h 6535834"/>
              <a:gd name="connsiteX3" fmla="*/ 0 w 8596428"/>
              <a:gd name="connsiteY3" fmla="*/ 6535834 h 6535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96428" h="6535834">
                <a:moveTo>
                  <a:pt x="0" y="0"/>
                </a:moveTo>
                <a:lnTo>
                  <a:pt x="8596428" y="0"/>
                </a:lnTo>
                <a:lnTo>
                  <a:pt x="8596428" y="6535834"/>
                </a:lnTo>
                <a:lnTo>
                  <a:pt x="0" y="6535834"/>
                </a:lnTo>
                <a:close/>
              </a:path>
            </a:pathLst>
          </a:custGeom>
        </p:spPr>
      </p:pic>
      <p:sp>
        <p:nvSpPr>
          <p:cNvPr id="7" name="文本框 6"/>
          <p:cNvSpPr txBox="1"/>
          <p:nvPr/>
        </p:nvSpPr>
        <p:spPr>
          <a:xfrm>
            <a:off x="1603025" y="348266"/>
            <a:ext cx="70485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n-US" sz="40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¿Quién sobrevivió?</a:t>
            </a:r>
            <a:endParaRPr lang="es-ES" altLang="en-US" sz="4000" dirty="0">
              <a:solidFill>
                <a:schemeClr val="bg1"/>
              </a:solidFill>
              <a:latin typeface="+mj-lt"/>
              <a:ea typeface="Gilroy" panose="00000400000000000000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51008" y="396375"/>
            <a:ext cx="137136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11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s-ES" altLang="en-US" dirty="0">
                <a:solidFill>
                  <a:schemeClr val="bg1"/>
                </a:solidFill>
                <a:ea typeface="Arial" panose="020B0604020202020204" pitchFamily="34" charset="0"/>
              </a:rPr>
              <a:t>TITANIC Sprint 88</a:t>
            </a:r>
            <a:endParaRPr lang="es-ES" altLang="en-US" dirty="0">
              <a:solidFill>
                <a:schemeClr val="bg1"/>
              </a:solidFill>
              <a:ea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380999" y="396375"/>
            <a:ext cx="1168724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11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s-ES" altLang="en-US" dirty="0">
                <a:solidFill>
                  <a:schemeClr val="bg1"/>
                </a:solidFill>
                <a:ea typeface="Arial" panose="020B0604020202020204" pitchFamily="34" charset="0"/>
              </a:rPr>
              <a:t>JM MORALES</a:t>
            </a:r>
            <a:endParaRPr lang="es-ES" altLang="en-US" dirty="0">
              <a:solidFill>
                <a:schemeClr val="bg1"/>
              </a:solidFill>
              <a:ea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3519" y="348000"/>
            <a:ext cx="1304596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n-US" sz="1200" dirty="0">
                <a:solidFill>
                  <a:schemeClr val="bg1"/>
                </a:solidFill>
                <a:latin typeface="+mj-lt"/>
              </a:rPr>
              <a:t>TITANIC</a:t>
            </a:r>
            <a:endParaRPr lang="es-ES" altLang="en-US" sz="1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9" name="图形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1130" y="5180265"/>
            <a:ext cx="460121" cy="460121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895350" y="5640070"/>
            <a:ext cx="912749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altLang="es-ES" sz="24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En esa ocasi</a:t>
            </a:r>
            <a:r>
              <a:rPr lang="en-US" altLang="en-US" sz="24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ó</a:t>
            </a:r>
            <a:r>
              <a:rPr lang="en-US" altLang="es-ES" sz="24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n los datos apoyan que se dio el "Las mujeres y los ni</a:t>
            </a:r>
            <a:r>
              <a:rPr lang="en-US" altLang="en-US" sz="24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ñ</a:t>
            </a:r>
            <a:r>
              <a:rPr lang="en-US" altLang="es-ES" sz="24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os primero", pero...</a:t>
            </a:r>
            <a:endParaRPr lang="en-US" altLang="es-ES" sz="2400" b="0" i="0" u="none" strike="noStrike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</a:endParaRPr>
          </a:p>
        </p:txBody>
      </p:sp>
      <p:pic>
        <p:nvPicPr>
          <p:cNvPr id="31" name="Marcador de posición de contenido 30"/>
          <p:cNvPicPr>
            <a:picLocks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-730885" y="1407795"/>
            <a:ext cx="6292215" cy="4042410"/>
          </a:xfrm>
          <a:prstGeom prst="rect">
            <a:avLst/>
          </a:prstGeom>
        </p:spPr>
      </p:pic>
      <p:pic>
        <p:nvPicPr>
          <p:cNvPr id="34" name="Imagen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7865" y="1407795"/>
            <a:ext cx="5065395" cy="40424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B56A6"/>
            </a:gs>
            <a:gs pos="76000">
              <a:srgbClr val="22119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0" y="5273579"/>
            <a:ext cx="12192000" cy="1571381"/>
          </a:xfrm>
          <a:custGeom>
            <a:avLst/>
            <a:gdLst>
              <a:gd name="connsiteX0" fmla="*/ 0 w 12192000"/>
              <a:gd name="connsiteY0" fmla="*/ 0 h 4704110"/>
              <a:gd name="connsiteX1" fmla="*/ 12192000 w 12192000"/>
              <a:gd name="connsiteY1" fmla="*/ 0 h 4704110"/>
              <a:gd name="connsiteX2" fmla="*/ 12192000 w 12192000"/>
              <a:gd name="connsiteY2" fmla="*/ 4704110 h 4704110"/>
              <a:gd name="connsiteX3" fmla="*/ 0 w 12192000"/>
              <a:gd name="connsiteY3" fmla="*/ 4704110 h 4704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704110">
                <a:moveTo>
                  <a:pt x="0" y="0"/>
                </a:moveTo>
                <a:lnTo>
                  <a:pt x="12192000" y="0"/>
                </a:lnTo>
                <a:lnTo>
                  <a:pt x="12192000" y="4704110"/>
                </a:lnTo>
                <a:lnTo>
                  <a:pt x="0" y="4704110"/>
                </a:lnTo>
                <a:close/>
              </a:path>
            </a:pathLst>
          </a:custGeom>
          <a:gradFill>
            <a:gsLst>
              <a:gs pos="38000">
                <a:srgbClr val="020457"/>
              </a:gs>
              <a:gs pos="100000">
                <a:srgbClr val="06023D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8651008" y="396375"/>
            <a:ext cx="137136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11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s-ES" altLang="en-US" dirty="0">
                <a:solidFill>
                  <a:schemeClr val="bg1"/>
                </a:solidFill>
                <a:ea typeface="Arial" panose="020B0604020202020204" pitchFamily="34" charset="0"/>
              </a:rPr>
              <a:t>SPRINT 8</a:t>
            </a:r>
            <a:endParaRPr lang="es-ES" altLang="en-US" dirty="0">
              <a:solidFill>
                <a:schemeClr val="bg1"/>
              </a:solidFill>
              <a:ea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380999" y="396375"/>
            <a:ext cx="1168724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11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s-ES" altLang="en-US" dirty="0">
                <a:solidFill>
                  <a:schemeClr val="bg1"/>
                </a:solidFill>
                <a:ea typeface="Arial" panose="020B0604020202020204" pitchFamily="34" charset="0"/>
              </a:rPr>
              <a:t>JM MORALES</a:t>
            </a:r>
            <a:endParaRPr lang="es-ES" altLang="en-US" dirty="0">
              <a:solidFill>
                <a:schemeClr val="bg1"/>
              </a:solidFill>
              <a:ea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73519" y="348000"/>
            <a:ext cx="1304596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n-US" sz="1200" dirty="0">
                <a:solidFill>
                  <a:schemeClr val="bg1"/>
                </a:solidFill>
                <a:latin typeface="+mj-lt"/>
              </a:rPr>
              <a:t>TITANIC</a:t>
            </a:r>
            <a:endParaRPr lang="es-ES" alt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" name="矩形: 圆角 16"/>
          <p:cNvSpPr/>
          <p:nvPr>
            <p:custDataLst>
              <p:tags r:id="rId1"/>
            </p:custDataLst>
          </p:nvPr>
        </p:nvSpPr>
        <p:spPr>
          <a:xfrm>
            <a:off x="119380" y="795655"/>
            <a:ext cx="2348865" cy="1378585"/>
          </a:xfrm>
          <a:prstGeom prst="roundRect">
            <a:avLst>
              <a:gd name="adj" fmla="val 5929"/>
            </a:avLst>
          </a:prstGeom>
          <a:solidFill>
            <a:schemeClr val="bg1"/>
          </a:solidFill>
          <a:ln w="15875">
            <a:noFill/>
            <a:prstDash val="solid"/>
          </a:ln>
          <a:effectLst>
            <a:outerShdw blurRad="482600" dist="101600" dir="4740000" algn="tr" rotWithShape="0">
              <a:srgbClr val="FD4C66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317365" y="347980"/>
            <a:ext cx="313182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¿Y la clase?</a:t>
            </a:r>
            <a:endParaRPr lang="es-ES" sz="4000" dirty="0">
              <a:solidFill>
                <a:schemeClr val="bg1"/>
              </a:solidFill>
              <a:latin typeface="+mj-lt"/>
              <a:ea typeface="Gilroy" panose="00000400000000000000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2"/>
            </p:custDataLst>
          </p:nvPr>
        </p:nvSpPr>
        <p:spPr>
          <a:xfrm>
            <a:off x="389268" y="821140"/>
            <a:ext cx="194459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s-ES" altLang="en-US" sz="2400" dirty="0">
                <a:solidFill>
                  <a:srgbClr val="1A3497"/>
                </a:solidFill>
                <a:latin typeface="+mj-lt"/>
                <a:ea typeface="Arial" panose="020B0604020202020204" pitchFamily="34" charset="0"/>
              </a:rPr>
              <a:t>Primera clase</a:t>
            </a:r>
            <a:endParaRPr lang="es-ES" altLang="en-US" sz="2400" b="0" i="0" u="none" strike="noStrike" dirty="0">
              <a:solidFill>
                <a:srgbClr val="1A3497"/>
              </a:solidFill>
              <a:effectLst/>
              <a:latin typeface="+mj-lt"/>
              <a:ea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3"/>
            </p:custDataLst>
          </p:nvPr>
        </p:nvSpPr>
        <p:spPr>
          <a:xfrm>
            <a:off x="238920" y="2344763"/>
            <a:ext cx="194459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s-ES" altLang="en-US" sz="2400" dirty="0">
                <a:solidFill>
                  <a:srgbClr val="AF2EE2"/>
                </a:solidFill>
                <a:latin typeface="+mj-lt"/>
                <a:ea typeface="Arial" panose="020B0604020202020204" pitchFamily="34" charset="0"/>
              </a:rPr>
              <a:t>Segunda clase</a:t>
            </a:r>
            <a:endParaRPr lang="es-ES" altLang="en-US" sz="2400" b="0" i="0" u="none" strike="noStrike" dirty="0">
              <a:solidFill>
                <a:srgbClr val="AF2EE2"/>
              </a:solidFill>
              <a:effectLst/>
              <a:latin typeface="+mj-lt"/>
              <a:ea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4"/>
            </p:custDataLst>
          </p:nvPr>
        </p:nvSpPr>
        <p:spPr>
          <a:xfrm>
            <a:off x="457762" y="1528173"/>
            <a:ext cx="1873951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s-ES" altLang="zh-CN" sz="1200" dirty="0">
                <a:solidFill>
                  <a:schemeClr val="tx1"/>
                </a:solidFill>
              </a:rPr>
              <a:t>Tiene la mayor tasa de supervivencia en hombres y mujeres</a:t>
            </a:r>
            <a:endParaRPr lang="es-ES" altLang="zh-CN" sz="1200" dirty="0">
              <a:solidFill>
                <a:schemeClr val="tx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7025" y="1201420"/>
            <a:ext cx="7951470" cy="4850130"/>
          </a:xfrm>
          <a:prstGeom prst="rect">
            <a:avLst/>
          </a:prstGeom>
        </p:spPr>
      </p:pic>
      <p:sp>
        <p:nvSpPr>
          <p:cNvPr id="6" name="矩形: 圆角 16"/>
          <p:cNvSpPr/>
          <p:nvPr>
            <p:custDataLst>
              <p:tags r:id="rId6"/>
            </p:custDataLst>
          </p:nvPr>
        </p:nvSpPr>
        <p:spPr>
          <a:xfrm>
            <a:off x="119380" y="2345055"/>
            <a:ext cx="2348865" cy="1378585"/>
          </a:xfrm>
          <a:prstGeom prst="roundRect">
            <a:avLst>
              <a:gd name="adj" fmla="val 5929"/>
            </a:avLst>
          </a:prstGeom>
          <a:solidFill>
            <a:schemeClr val="bg1"/>
          </a:solidFill>
          <a:ln w="15875">
            <a:noFill/>
            <a:prstDash val="solid"/>
          </a:ln>
          <a:effectLst>
            <a:outerShdw blurRad="482600" dist="101600" dir="4740000" algn="tr" rotWithShape="0">
              <a:srgbClr val="FD4C66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24"/>
          <p:cNvSpPr txBox="1"/>
          <p:nvPr>
            <p:custDataLst>
              <p:tags r:id="rId7"/>
            </p:custDataLst>
          </p:nvPr>
        </p:nvSpPr>
        <p:spPr>
          <a:xfrm>
            <a:off x="365920" y="2471763"/>
            <a:ext cx="194459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s-ES" altLang="en-US" sz="2400" dirty="0">
                <a:solidFill>
                  <a:srgbClr val="AF2EE2"/>
                </a:solidFill>
                <a:latin typeface="+mj-lt"/>
                <a:ea typeface="Arial" panose="020B0604020202020204" pitchFamily="34" charset="0"/>
              </a:rPr>
              <a:t>Segunda clase</a:t>
            </a:r>
            <a:endParaRPr lang="es-ES" altLang="en-US" sz="2400" b="0" i="0" u="none" strike="noStrike" dirty="0">
              <a:solidFill>
                <a:srgbClr val="AF2EE2"/>
              </a:solidFill>
              <a:effectLst/>
              <a:latin typeface="+mj-lt"/>
              <a:ea typeface="Arial" panose="020B0604020202020204" pitchFamily="34" charset="0"/>
            </a:endParaRPr>
          </a:p>
        </p:txBody>
      </p:sp>
      <p:sp>
        <p:nvSpPr>
          <p:cNvPr id="9" name="文本框 33"/>
          <p:cNvSpPr txBox="1"/>
          <p:nvPr>
            <p:custDataLst>
              <p:tags r:id="rId8"/>
            </p:custDataLst>
          </p:nvPr>
        </p:nvSpPr>
        <p:spPr>
          <a:xfrm>
            <a:off x="457519" y="3231483"/>
            <a:ext cx="194270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s-ES" altLang="zh-CN" sz="1200" dirty="0">
                <a:solidFill>
                  <a:schemeClr val="tx1"/>
                </a:solidFill>
              </a:rPr>
              <a:t>Gran variación entre mujeres y hombres</a:t>
            </a:r>
            <a:r>
              <a:rPr lang="es-ES" altLang="zh-CN" sz="1200" dirty="0"/>
              <a:t> </a:t>
            </a:r>
            <a:endParaRPr lang="es-ES" altLang="zh-CN" sz="1200" dirty="0"/>
          </a:p>
        </p:txBody>
      </p:sp>
      <p:sp>
        <p:nvSpPr>
          <p:cNvPr id="15" name="矩形: 圆角 16"/>
          <p:cNvSpPr/>
          <p:nvPr>
            <p:custDataLst>
              <p:tags r:id="rId9"/>
            </p:custDataLst>
          </p:nvPr>
        </p:nvSpPr>
        <p:spPr>
          <a:xfrm>
            <a:off x="119380" y="3895090"/>
            <a:ext cx="2348865" cy="1378585"/>
          </a:xfrm>
          <a:prstGeom prst="roundRect">
            <a:avLst>
              <a:gd name="adj" fmla="val 5929"/>
            </a:avLst>
          </a:prstGeom>
          <a:solidFill>
            <a:schemeClr val="bg1"/>
          </a:solidFill>
          <a:ln w="15875">
            <a:noFill/>
            <a:prstDash val="solid"/>
          </a:ln>
          <a:effectLst>
            <a:outerShdw blurRad="482600" dist="101600" dir="4740000" algn="tr" rotWithShape="0">
              <a:srgbClr val="FD4C66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文本框 24"/>
          <p:cNvSpPr txBox="1"/>
          <p:nvPr>
            <p:custDataLst>
              <p:tags r:id="rId10"/>
            </p:custDataLst>
          </p:nvPr>
        </p:nvSpPr>
        <p:spPr>
          <a:xfrm>
            <a:off x="318930" y="3894798"/>
            <a:ext cx="194459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s-ES" altLang="en-US" sz="2400" b="0" i="0" u="none" strike="noStrike" dirty="0">
                <a:solidFill>
                  <a:srgbClr val="AF2EE2"/>
                </a:solidFill>
                <a:effectLst/>
                <a:latin typeface="+mj-lt"/>
                <a:ea typeface="Arial" panose="020B0604020202020204" pitchFamily="34" charset="0"/>
              </a:rPr>
              <a:t>Tercera clase</a:t>
            </a:r>
            <a:endParaRPr lang="es-ES" altLang="en-US" sz="2400" b="0" i="0" u="none" strike="noStrike" dirty="0">
              <a:solidFill>
                <a:srgbClr val="AF2EE2"/>
              </a:solidFill>
              <a:effectLst/>
              <a:latin typeface="+mj-lt"/>
              <a:ea typeface="Arial" panose="020B0604020202020204" pitchFamily="34" charset="0"/>
            </a:endParaRPr>
          </a:p>
        </p:txBody>
      </p:sp>
      <p:sp>
        <p:nvSpPr>
          <p:cNvPr id="24" name="文本框 33"/>
          <p:cNvSpPr txBox="1"/>
          <p:nvPr>
            <p:custDataLst>
              <p:tags r:id="rId11"/>
            </p:custDataLst>
          </p:nvPr>
        </p:nvSpPr>
        <p:spPr>
          <a:xfrm>
            <a:off x="388939" y="4751038"/>
            <a:ext cx="194270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sz="1200" dirty="0">
                <a:solidFill>
                  <a:schemeClr val="tx1"/>
                </a:solidFill>
              </a:rPr>
              <a:t>Presenta</a:t>
            </a:r>
            <a:r>
              <a:rPr lang="es-ES" altLang="zh-CN" sz="1200" dirty="0">
                <a:solidFill>
                  <a:schemeClr val="tx1"/>
                </a:solidFill>
              </a:rPr>
              <a:t> la menor de las tasas</a:t>
            </a:r>
            <a:endParaRPr lang="es-ES" altLang="zh-CN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B56A6"/>
            </a:gs>
            <a:gs pos="76000">
              <a:srgbClr val="22119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0" y="5237384"/>
            <a:ext cx="12192000" cy="1571381"/>
          </a:xfrm>
          <a:custGeom>
            <a:avLst/>
            <a:gdLst>
              <a:gd name="connsiteX0" fmla="*/ 0 w 12192000"/>
              <a:gd name="connsiteY0" fmla="*/ 0 h 4704110"/>
              <a:gd name="connsiteX1" fmla="*/ 12192000 w 12192000"/>
              <a:gd name="connsiteY1" fmla="*/ 0 h 4704110"/>
              <a:gd name="connsiteX2" fmla="*/ 12192000 w 12192000"/>
              <a:gd name="connsiteY2" fmla="*/ 4704110 h 4704110"/>
              <a:gd name="connsiteX3" fmla="*/ 0 w 12192000"/>
              <a:gd name="connsiteY3" fmla="*/ 4704110 h 4704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704110">
                <a:moveTo>
                  <a:pt x="0" y="0"/>
                </a:moveTo>
                <a:lnTo>
                  <a:pt x="12192000" y="0"/>
                </a:lnTo>
                <a:lnTo>
                  <a:pt x="12192000" y="4704110"/>
                </a:lnTo>
                <a:lnTo>
                  <a:pt x="0" y="4704110"/>
                </a:lnTo>
                <a:close/>
              </a:path>
            </a:pathLst>
          </a:custGeom>
          <a:gradFill>
            <a:gsLst>
              <a:gs pos="38000">
                <a:srgbClr val="020457"/>
              </a:gs>
              <a:gs pos="100000">
                <a:srgbClr val="06023D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8651008" y="396375"/>
            <a:ext cx="137136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11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s-ES" altLang="en-US" dirty="0">
                <a:solidFill>
                  <a:schemeClr val="bg1"/>
                </a:solidFill>
                <a:ea typeface="Arial" panose="020B0604020202020204" pitchFamily="34" charset="0"/>
              </a:rPr>
              <a:t>SPRINT 8</a:t>
            </a:r>
            <a:endParaRPr lang="es-ES" altLang="en-US" dirty="0">
              <a:solidFill>
                <a:schemeClr val="bg1"/>
              </a:solidFill>
              <a:ea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380999" y="396375"/>
            <a:ext cx="1168724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11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s-ES" altLang="en-US" dirty="0">
                <a:solidFill>
                  <a:schemeClr val="bg1"/>
                </a:solidFill>
                <a:ea typeface="Arial" panose="020B0604020202020204" pitchFamily="34" charset="0"/>
              </a:rPr>
              <a:t>JM MORALES</a:t>
            </a:r>
            <a:endParaRPr lang="es-ES" altLang="en-US" dirty="0">
              <a:solidFill>
                <a:schemeClr val="bg1"/>
              </a:solidFill>
              <a:ea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73519" y="348000"/>
            <a:ext cx="1304596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n-US" sz="1200" dirty="0">
                <a:solidFill>
                  <a:schemeClr val="bg1"/>
                </a:solidFill>
                <a:latin typeface="+mj-lt"/>
              </a:rPr>
              <a:t>TITANIC</a:t>
            </a:r>
            <a:endParaRPr lang="es-ES" alt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" name="矩形: 圆角 16"/>
          <p:cNvSpPr/>
          <p:nvPr>
            <p:custDataLst>
              <p:tags r:id="rId1"/>
            </p:custDataLst>
          </p:nvPr>
        </p:nvSpPr>
        <p:spPr>
          <a:xfrm>
            <a:off x="119380" y="795655"/>
            <a:ext cx="2348865" cy="2586990"/>
          </a:xfrm>
          <a:prstGeom prst="roundRect">
            <a:avLst>
              <a:gd name="adj" fmla="val 5929"/>
            </a:avLst>
          </a:prstGeom>
          <a:solidFill>
            <a:schemeClr val="bg1"/>
          </a:solidFill>
          <a:ln w="15875">
            <a:noFill/>
            <a:prstDash val="solid"/>
          </a:ln>
          <a:effectLst>
            <a:outerShdw blurRad="482600" dist="101600" dir="4740000" algn="tr" rotWithShape="0">
              <a:srgbClr val="FD4C66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684145" y="543560"/>
            <a:ext cx="8865870" cy="472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s-ES" altLang="en-US" sz="40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D</a:t>
            </a:r>
            <a:r>
              <a:rPr lang="en-US" altLang="es-ES" sz="40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iferencias de tasas de supervivencia entre mujeres y ni</a:t>
            </a:r>
            <a:r>
              <a:rPr lang="en-US" altLang="en-US" sz="40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ñ</a:t>
            </a:r>
            <a:r>
              <a:rPr lang="en-US" altLang="es-ES" sz="40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o</a:t>
            </a:r>
            <a:r>
              <a:rPr lang="es-ES" altLang="en-US" sz="4000" dirty="0">
                <a:solidFill>
                  <a:schemeClr val="bg1"/>
                </a:solidFill>
                <a:latin typeface="+mj-lt"/>
                <a:ea typeface="Gilroy" panose="00000400000000000000" charset="0"/>
              </a:rPr>
              <a:t>s</a:t>
            </a:r>
            <a:endParaRPr lang="es-ES" altLang="en-US" sz="4000" dirty="0">
              <a:solidFill>
                <a:schemeClr val="bg1"/>
              </a:solidFill>
              <a:latin typeface="+mj-lt"/>
              <a:ea typeface="Gilroy" panose="00000400000000000000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2"/>
            </p:custDataLst>
          </p:nvPr>
        </p:nvSpPr>
        <p:spPr>
          <a:xfrm>
            <a:off x="389268" y="821140"/>
            <a:ext cx="194459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s-ES" altLang="en-US" sz="2400" dirty="0">
                <a:solidFill>
                  <a:srgbClr val="1A3497"/>
                </a:solidFill>
                <a:latin typeface="+mj-lt"/>
                <a:ea typeface="Arial" panose="020B0604020202020204" pitchFamily="34" charset="0"/>
              </a:rPr>
              <a:t>Clases</a:t>
            </a:r>
            <a:endParaRPr lang="es-ES" altLang="en-US" sz="2400" b="0" i="0" u="none" strike="noStrike" dirty="0">
              <a:solidFill>
                <a:srgbClr val="1A3497"/>
              </a:solidFill>
              <a:effectLst/>
              <a:latin typeface="+mj-lt"/>
              <a:ea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3"/>
            </p:custDataLst>
          </p:nvPr>
        </p:nvSpPr>
        <p:spPr>
          <a:xfrm>
            <a:off x="457762" y="1528173"/>
            <a:ext cx="1873951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s-ES" altLang="en-US" sz="12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L</a:t>
            </a:r>
            <a:r>
              <a:rPr lang="en-US" altLang="es-ES" sz="12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a clase en la que se viajes</a:t>
            </a:r>
            <a:r>
              <a:rPr lang="es-ES" altLang="en-US" sz="12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, por lo tanto, </a:t>
            </a:r>
            <a:r>
              <a:rPr lang="en-US" altLang="es-ES" sz="12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tuvo una influencia significativa y podr</a:t>
            </a:r>
            <a:r>
              <a:rPr lang="en-US" altLang="en-US" sz="12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í</a:t>
            </a:r>
            <a:r>
              <a:rPr lang="en-US" altLang="es-ES" sz="12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a explicar</a:t>
            </a:r>
            <a:r>
              <a:rPr lang="es-ES" altLang="en-US" sz="12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 igualmente </a:t>
            </a:r>
            <a:r>
              <a:rPr lang="en-US" altLang="es-ES" sz="12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las diferencias de tasas de supervivencia entre mujeres y ni</a:t>
            </a:r>
            <a:r>
              <a:rPr lang="en-US" altLang="en-US" sz="12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ñ</a:t>
            </a:r>
            <a:r>
              <a:rPr lang="en-US" altLang="es-ES" sz="12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os</a:t>
            </a:r>
            <a:endParaRPr lang="en-US" altLang="es-ES" sz="12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865" y="1869440"/>
            <a:ext cx="5997575" cy="4765675"/>
          </a:xfrm>
          <a:prstGeom prst="rect">
            <a:avLst/>
          </a:prstGeom>
        </p:spPr>
      </p:pic>
      <p:sp>
        <p:nvSpPr>
          <p:cNvPr id="10" name="Cuadro de texto 9"/>
          <p:cNvSpPr txBox="1"/>
          <p:nvPr/>
        </p:nvSpPr>
        <p:spPr>
          <a:xfrm>
            <a:off x="2372360" y="2070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s-E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8000">
              <a:srgbClr val="190985"/>
            </a:gs>
            <a:gs pos="100000">
              <a:srgbClr val="1B59A7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859805" y="534462"/>
            <a:ext cx="3384619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4800" b="0" i="0" u="none" strike="noStrike">
                <a:solidFill>
                  <a:schemeClr val="bg1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s-ES" altLang="en-US" dirty="0">
                <a:ea typeface="Arial" panose="020B0604020202020204" pitchFamily="34" charset="0"/>
              </a:rPr>
              <a:t>TITANIC</a:t>
            </a:r>
            <a:endParaRPr lang="es-ES" altLang="en-US" dirty="0">
              <a:ea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51008" y="579255"/>
            <a:ext cx="137136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11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s-ES" altLang="en-US" dirty="0">
                <a:solidFill>
                  <a:schemeClr val="bg1"/>
                </a:solidFill>
                <a:ea typeface="Arial" panose="020B0604020202020204" pitchFamily="34" charset="0"/>
              </a:rPr>
              <a:t>TITANIC SPRINT 8</a:t>
            </a:r>
            <a:endParaRPr lang="es-ES" altLang="en-US" dirty="0">
              <a:solidFill>
                <a:schemeClr val="bg1"/>
              </a:solidFill>
              <a:ea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380999" y="579255"/>
            <a:ext cx="1168724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11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s-ES" altLang="en-US" dirty="0">
                <a:solidFill>
                  <a:schemeClr val="bg1"/>
                </a:solidFill>
                <a:ea typeface="Arial" panose="020B0604020202020204" pitchFamily="34" charset="0"/>
              </a:rPr>
              <a:t>JM MORALES</a:t>
            </a:r>
            <a:endParaRPr lang="es-ES" altLang="en-US" dirty="0">
              <a:solidFill>
                <a:schemeClr val="bg1"/>
              </a:solidFill>
              <a:ea typeface="Arial" panose="020B0604020202020204" pitchFamily="34" charset="0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4140925" y="1018904"/>
            <a:ext cx="7106195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/>
        </p:nvGrpSpPr>
        <p:grpSpPr>
          <a:xfrm>
            <a:off x="5943378" y="2510156"/>
            <a:ext cx="5358352" cy="2998932"/>
            <a:chOff x="737648" y="2952206"/>
            <a:chExt cx="5358352" cy="2998932"/>
          </a:xfrm>
        </p:grpSpPr>
        <p:sp>
          <p:nvSpPr>
            <p:cNvPr id="63" name="矩形: 圆角 62"/>
            <p:cNvSpPr/>
            <p:nvPr/>
          </p:nvSpPr>
          <p:spPr>
            <a:xfrm>
              <a:off x="737648" y="2952206"/>
              <a:ext cx="5062261" cy="1632857"/>
            </a:xfrm>
            <a:prstGeom prst="roundRect">
              <a:avLst>
                <a:gd name="adj" fmla="val 5929"/>
              </a:avLst>
            </a:prstGeom>
            <a:solidFill>
              <a:schemeClr val="bg1"/>
            </a:solidFill>
            <a:ln w="15875">
              <a:noFill/>
              <a:prstDash val="solid"/>
            </a:ln>
            <a:effectLst>
              <a:outerShdw blurRad="482600" dist="101600" dir="4740000" algn="tr" rotWithShape="0">
                <a:srgbClr val="FD4C66">
                  <a:alpha val="1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086708" y="3333448"/>
              <a:ext cx="4009292" cy="398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ctr">
                <a:defRPr sz="4800" b="0" i="0" u="none" strike="noStrike">
                  <a:solidFill>
                    <a:srgbClr val="000000"/>
                  </a:solidFill>
                  <a:effectLst/>
                  <a:latin typeface="+mj-lt"/>
                  <a:ea typeface="Microsoft YaHei" panose="020B0503020204020204" pitchFamily="34" charset="-122"/>
                </a:defRPr>
              </a:lvl1pPr>
            </a:lstStyle>
            <a:p>
              <a:r>
                <a:rPr lang="es-ES" altLang="en-US" sz="2000" dirty="0">
                  <a:solidFill>
                    <a:srgbClr val="1A3497"/>
                  </a:solidFill>
                  <a:ea typeface="Gilroy" panose="00000400000000000000" charset="0"/>
                </a:rPr>
                <a:t>El puerto de embarque</a:t>
              </a:r>
              <a:endParaRPr lang="es-ES" altLang="en-US" sz="2000" dirty="0">
                <a:solidFill>
                  <a:srgbClr val="1A3497"/>
                </a:solidFill>
                <a:ea typeface="Gilroy" panose="00000400000000000000" charset="0"/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966651" y="3337559"/>
              <a:ext cx="836023" cy="836023"/>
            </a:xfrm>
            <a:prstGeom prst="ellipse">
              <a:avLst/>
            </a:prstGeom>
            <a:solidFill>
              <a:srgbClr val="1B56A6"/>
            </a:solidFill>
            <a:ln>
              <a:noFill/>
            </a:ln>
            <a:effectLst>
              <a:outerShdw blurRad="50800" dist="38100" dir="2700000" algn="tl" rotWithShape="0">
                <a:srgbClr val="1B7FC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079491" y="3810624"/>
              <a:ext cx="3652462" cy="2527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05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es-ES" dirty="0">
                  <a:solidFill>
                    <a:schemeClr val="tx1"/>
                  </a:solidFill>
                </a:rPr>
                <a:t>Aunque el puerto de embarque parece influir</a:t>
              </a:r>
              <a:endParaRPr lang="en-US" altLang="es-ES" dirty="0">
                <a:solidFill>
                  <a:schemeClr val="tx1"/>
                </a:solidFill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025269" y="3429000"/>
              <a:ext cx="65983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ctr">
                <a:defRPr sz="4800" b="0" i="0" u="none" strike="noStrike">
                  <a:solidFill>
                    <a:schemeClr val="bg1"/>
                  </a:solidFill>
                  <a:effectLst/>
                  <a:latin typeface="+mj-lt"/>
                  <a:ea typeface="Microsoft YaHei" panose="020B0503020204020204" pitchFamily="34" charset="-122"/>
                </a:defRPr>
              </a:lvl1pPr>
            </a:lstStyle>
            <a:p>
              <a:pPr algn="ctr"/>
              <a:r>
                <a:rPr lang="en-US" altLang="zh-CN" sz="3600" dirty="0">
                  <a:ea typeface="Arial" panose="020B0604020202020204" pitchFamily="34" charset="0"/>
                </a:rPr>
                <a:t>01</a:t>
              </a:r>
              <a:endParaRPr lang="zh-CN" altLang="en-US" sz="3600" dirty="0">
                <a:ea typeface="Arial" panose="020B0604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25269" y="5305978"/>
              <a:ext cx="659839" cy="645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ctr">
                <a:defRPr sz="4800" b="0" i="0" u="none" strike="noStrike">
                  <a:solidFill>
                    <a:schemeClr val="bg1"/>
                  </a:solidFill>
                  <a:effectLst/>
                  <a:latin typeface="+mj-lt"/>
                  <a:ea typeface="Microsoft YaHei" panose="020B0503020204020204" pitchFamily="34" charset="-122"/>
                </a:defRPr>
              </a:lvl1pPr>
            </a:lstStyle>
            <a:p>
              <a:pPr algn="ctr"/>
              <a:endParaRPr lang="zh-CN" altLang="en-US" sz="3600" dirty="0">
                <a:ea typeface="Arial" panose="020B0604020202020204" pitchFamily="34" charset="0"/>
              </a:endParaRPr>
            </a:p>
          </p:txBody>
        </p:sp>
      </p:grpSp>
      <p:pic>
        <p:nvPicPr>
          <p:cNvPr id="2" name="Image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115" y="1812925"/>
            <a:ext cx="5352415" cy="4302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8000">
              <a:srgbClr val="190985"/>
            </a:gs>
            <a:gs pos="100000">
              <a:srgbClr val="1B59A7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859805" y="534462"/>
            <a:ext cx="3384619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4800" b="0" i="0" u="none" strike="noStrike">
                <a:solidFill>
                  <a:schemeClr val="bg1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s-ES" altLang="en-US" dirty="0">
                <a:ea typeface="Arial" panose="020B0604020202020204" pitchFamily="34" charset="0"/>
              </a:rPr>
              <a:t>TITANIC</a:t>
            </a:r>
            <a:endParaRPr lang="es-ES" altLang="en-US" dirty="0">
              <a:ea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51008" y="579255"/>
            <a:ext cx="137136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11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s-ES" altLang="en-US" dirty="0">
                <a:solidFill>
                  <a:schemeClr val="bg1"/>
                </a:solidFill>
                <a:ea typeface="Arial" panose="020B0604020202020204" pitchFamily="34" charset="0"/>
              </a:rPr>
              <a:t>TITANIC SPRINT 8</a:t>
            </a:r>
            <a:endParaRPr lang="es-ES" altLang="en-US" dirty="0">
              <a:solidFill>
                <a:schemeClr val="bg1"/>
              </a:solidFill>
              <a:ea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380999" y="579255"/>
            <a:ext cx="1168724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11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s-ES" altLang="en-US" dirty="0">
                <a:solidFill>
                  <a:schemeClr val="bg1"/>
                </a:solidFill>
                <a:ea typeface="Arial" panose="020B0604020202020204" pitchFamily="34" charset="0"/>
              </a:rPr>
              <a:t>JM MORALES</a:t>
            </a:r>
            <a:endParaRPr lang="es-ES" altLang="en-US" dirty="0">
              <a:solidFill>
                <a:schemeClr val="bg1"/>
              </a:solidFill>
              <a:ea typeface="Arial" panose="020B0604020202020204" pitchFamily="34" charset="0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4140925" y="1018904"/>
            <a:ext cx="7106195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/>
        </p:nvGrpSpPr>
        <p:grpSpPr>
          <a:xfrm>
            <a:off x="5943378" y="2510156"/>
            <a:ext cx="5358352" cy="2998932"/>
            <a:chOff x="737648" y="2952206"/>
            <a:chExt cx="5358352" cy="2998932"/>
          </a:xfrm>
        </p:grpSpPr>
        <p:sp>
          <p:nvSpPr>
            <p:cNvPr id="63" name="矩形: 圆角 62"/>
            <p:cNvSpPr/>
            <p:nvPr/>
          </p:nvSpPr>
          <p:spPr>
            <a:xfrm>
              <a:off x="737648" y="2952206"/>
              <a:ext cx="5062261" cy="1632857"/>
            </a:xfrm>
            <a:prstGeom prst="roundRect">
              <a:avLst>
                <a:gd name="adj" fmla="val 5929"/>
              </a:avLst>
            </a:prstGeom>
            <a:solidFill>
              <a:schemeClr val="bg1"/>
            </a:solidFill>
            <a:ln w="15875">
              <a:noFill/>
              <a:prstDash val="solid"/>
            </a:ln>
            <a:effectLst>
              <a:outerShdw blurRad="482600" dist="101600" dir="4740000" algn="tr" rotWithShape="0">
                <a:srgbClr val="FD4C66">
                  <a:alpha val="1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086708" y="3333448"/>
              <a:ext cx="4009292" cy="398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ctr">
                <a:defRPr sz="4800" b="0" i="0" u="none" strike="noStrike">
                  <a:solidFill>
                    <a:srgbClr val="000000"/>
                  </a:solidFill>
                  <a:effectLst/>
                  <a:latin typeface="+mj-lt"/>
                  <a:ea typeface="Microsoft YaHei" panose="020B0503020204020204" pitchFamily="34" charset="-122"/>
                </a:defRPr>
              </a:lvl1pPr>
            </a:lstStyle>
            <a:p>
              <a:r>
                <a:rPr lang="es-ES" altLang="en-US" sz="2000" dirty="0">
                  <a:solidFill>
                    <a:srgbClr val="1A3497"/>
                  </a:solidFill>
                  <a:ea typeface="Gilroy" panose="00000400000000000000" charset="0"/>
                </a:rPr>
                <a:t>Clase</a:t>
              </a:r>
              <a:endParaRPr lang="es-ES" altLang="en-US" sz="2000" dirty="0">
                <a:solidFill>
                  <a:srgbClr val="1A3497"/>
                </a:solidFill>
                <a:ea typeface="Gilroy" panose="00000400000000000000" charset="0"/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966651" y="3337559"/>
              <a:ext cx="836023" cy="836023"/>
            </a:xfrm>
            <a:prstGeom prst="ellipse">
              <a:avLst/>
            </a:prstGeom>
            <a:solidFill>
              <a:srgbClr val="1B56A6"/>
            </a:solidFill>
            <a:ln>
              <a:noFill/>
            </a:ln>
            <a:effectLst>
              <a:outerShdw blurRad="50800" dist="38100" dir="2700000" algn="tl" rotWithShape="0">
                <a:srgbClr val="1B7FC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079491" y="3810624"/>
              <a:ext cx="3652462" cy="4140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05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s-ES" altLang="en-US" dirty="0">
                  <a:solidFill>
                    <a:schemeClr val="tx1"/>
                  </a:solidFill>
                </a:rPr>
                <a:t>S</a:t>
              </a:r>
              <a:r>
                <a:rPr lang="en-US" altLang="es-ES" dirty="0">
                  <a:solidFill>
                    <a:schemeClr val="tx1"/>
                  </a:solidFill>
                </a:rPr>
                <a:t>e podr</a:t>
              </a:r>
              <a:r>
                <a:rPr lang="en-US" altLang="en-US" dirty="0">
                  <a:solidFill>
                    <a:schemeClr val="tx1"/>
                  </a:solidFill>
                </a:rPr>
                <a:t>í</a:t>
              </a:r>
              <a:r>
                <a:rPr lang="en-US" altLang="es-ES" dirty="0">
                  <a:solidFill>
                    <a:schemeClr val="tx1"/>
                  </a:solidFill>
                </a:rPr>
                <a:t>a asumir que lo fue el tipo de pasaje que embarc</a:t>
              </a:r>
              <a:r>
                <a:rPr lang="en-US" altLang="en-US" dirty="0">
                  <a:solidFill>
                    <a:schemeClr val="tx1"/>
                  </a:solidFill>
                </a:rPr>
                <a:t>ó</a:t>
              </a:r>
              <a:r>
                <a:rPr lang="en-US" altLang="es-ES" dirty="0">
                  <a:solidFill>
                    <a:schemeClr val="tx1"/>
                  </a:solidFill>
                </a:rPr>
                <a:t> en cada uno.</a:t>
              </a:r>
              <a:endParaRPr lang="en-US" altLang="es-ES" dirty="0">
                <a:solidFill>
                  <a:schemeClr val="tx1"/>
                </a:solidFill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025269" y="3429000"/>
              <a:ext cx="659839" cy="645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ctr">
                <a:defRPr sz="4800" b="0" i="0" u="none" strike="noStrike">
                  <a:solidFill>
                    <a:schemeClr val="bg1"/>
                  </a:solidFill>
                  <a:effectLst/>
                  <a:latin typeface="+mj-lt"/>
                  <a:ea typeface="Microsoft YaHei" panose="020B0503020204020204" pitchFamily="34" charset="-122"/>
                </a:defRPr>
              </a:lvl1pPr>
            </a:lstStyle>
            <a:p>
              <a:pPr algn="ctr"/>
              <a:r>
                <a:rPr lang="en-US" altLang="zh-CN" sz="3600" dirty="0">
                  <a:ea typeface="Arial" panose="020B0604020202020204" pitchFamily="34" charset="0"/>
                </a:rPr>
                <a:t>0</a:t>
              </a:r>
              <a:r>
                <a:rPr lang="es-ES" altLang="en-US" sz="3600" dirty="0">
                  <a:ea typeface="Arial" panose="020B0604020202020204" pitchFamily="34" charset="0"/>
                </a:rPr>
                <a:t>2</a:t>
              </a:r>
              <a:endParaRPr lang="es-ES" altLang="en-US" sz="3600" dirty="0">
                <a:ea typeface="Arial" panose="020B0604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25269" y="5305978"/>
              <a:ext cx="659839" cy="645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ctr">
                <a:defRPr sz="4800" b="0" i="0" u="none" strike="noStrike">
                  <a:solidFill>
                    <a:schemeClr val="bg1"/>
                  </a:solidFill>
                  <a:effectLst/>
                  <a:latin typeface="+mj-lt"/>
                  <a:ea typeface="Microsoft YaHei" panose="020B0503020204020204" pitchFamily="34" charset="-122"/>
                </a:defRPr>
              </a:lvl1pPr>
            </a:lstStyle>
            <a:p>
              <a:pPr algn="ctr"/>
              <a:endParaRPr lang="zh-CN" altLang="en-US" sz="3600" dirty="0">
                <a:ea typeface="Arial" panose="020B0604020202020204" pitchFamily="34" charset="0"/>
              </a:endParaRPr>
            </a:p>
          </p:txBody>
        </p:sp>
      </p:grp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169035" y="2004695"/>
            <a:ext cx="6814185" cy="39147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8000">
              <a:srgbClr val="190985"/>
            </a:gs>
            <a:gs pos="100000">
              <a:srgbClr val="1B59A7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图片 89"/>
          <p:cNvPicPr>
            <a:picLocks noChangeAspect="1"/>
          </p:cNvPicPr>
          <p:nvPr/>
        </p:nvPicPr>
        <p:blipFill>
          <a:blip r:embed="rId1"/>
          <a:srcRect r="24556" b="42640"/>
          <a:stretch>
            <a:fillRect/>
          </a:stretch>
        </p:blipFill>
        <p:spPr>
          <a:xfrm>
            <a:off x="3595572" y="322166"/>
            <a:ext cx="8596428" cy="6535834"/>
          </a:xfrm>
          <a:custGeom>
            <a:avLst/>
            <a:gdLst>
              <a:gd name="connsiteX0" fmla="*/ 0 w 8596428"/>
              <a:gd name="connsiteY0" fmla="*/ 0 h 6535834"/>
              <a:gd name="connsiteX1" fmla="*/ 8596428 w 8596428"/>
              <a:gd name="connsiteY1" fmla="*/ 0 h 6535834"/>
              <a:gd name="connsiteX2" fmla="*/ 8596428 w 8596428"/>
              <a:gd name="connsiteY2" fmla="*/ 6535834 h 6535834"/>
              <a:gd name="connsiteX3" fmla="*/ 0 w 8596428"/>
              <a:gd name="connsiteY3" fmla="*/ 6535834 h 6535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96428" h="6535834">
                <a:moveTo>
                  <a:pt x="0" y="0"/>
                </a:moveTo>
                <a:lnTo>
                  <a:pt x="8596428" y="0"/>
                </a:lnTo>
                <a:lnTo>
                  <a:pt x="8596428" y="6535834"/>
                </a:lnTo>
                <a:lnTo>
                  <a:pt x="0" y="6535834"/>
                </a:lnTo>
                <a:close/>
              </a:path>
            </a:pathLst>
          </a:custGeom>
        </p:spPr>
      </p:pic>
      <p:pic>
        <p:nvPicPr>
          <p:cNvPr id="97" name="图片 96"/>
          <p:cNvPicPr>
            <a:picLocks noChangeAspect="1"/>
          </p:cNvPicPr>
          <p:nvPr/>
        </p:nvPicPr>
        <p:blipFill rotWithShape="1">
          <a:blip r:embed="rId2"/>
          <a:srcRect l="30135" t="41982" b="12967"/>
          <a:stretch>
            <a:fillRect/>
          </a:stretch>
        </p:blipFill>
        <p:spPr>
          <a:xfrm>
            <a:off x="0" y="0"/>
            <a:ext cx="10639842" cy="6858000"/>
          </a:xfrm>
          <a:custGeom>
            <a:avLst/>
            <a:gdLst>
              <a:gd name="connsiteX0" fmla="*/ 0 w 10639842"/>
              <a:gd name="connsiteY0" fmla="*/ 0 h 6858000"/>
              <a:gd name="connsiteX1" fmla="*/ 10639842 w 10639842"/>
              <a:gd name="connsiteY1" fmla="*/ 0 h 6858000"/>
              <a:gd name="connsiteX2" fmla="*/ 10639842 w 10639842"/>
              <a:gd name="connsiteY2" fmla="*/ 6858000 h 6858000"/>
              <a:gd name="connsiteX3" fmla="*/ 0 w 1063984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39842" h="6858000">
                <a:moveTo>
                  <a:pt x="0" y="0"/>
                </a:moveTo>
                <a:lnTo>
                  <a:pt x="10639842" y="0"/>
                </a:lnTo>
                <a:lnTo>
                  <a:pt x="1063984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13" name="图片 112"/>
          <p:cNvPicPr>
            <a:picLocks noChangeAspect="1"/>
          </p:cNvPicPr>
          <p:nvPr/>
        </p:nvPicPr>
        <p:blipFill>
          <a:blip r:embed="rId3"/>
          <a:srcRect l="27603" t="64262"/>
          <a:stretch>
            <a:fillRect/>
          </a:stretch>
        </p:blipFill>
        <p:spPr>
          <a:xfrm>
            <a:off x="1" y="0"/>
            <a:ext cx="8550511" cy="4060993"/>
          </a:xfrm>
          <a:custGeom>
            <a:avLst/>
            <a:gdLst>
              <a:gd name="connsiteX0" fmla="*/ 0 w 8550511"/>
              <a:gd name="connsiteY0" fmla="*/ 0 h 4060993"/>
              <a:gd name="connsiteX1" fmla="*/ 8550511 w 8550511"/>
              <a:gd name="connsiteY1" fmla="*/ 0 h 4060993"/>
              <a:gd name="connsiteX2" fmla="*/ 8550511 w 8550511"/>
              <a:gd name="connsiteY2" fmla="*/ 4060993 h 4060993"/>
              <a:gd name="connsiteX3" fmla="*/ 0 w 8550511"/>
              <a:gd name="connsiteY3" fmla="*/ 4060993 h 4060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50511" h="4060993">
                <a:moveTo>
                  <a:pt x="0" y="0"/>
                </a:moveTo>
                <a:lnTo>
                  <a:pt x="8550511" y="0"/>
                </a:lnTo>
                <a:lnTo>
                  <a:pt x="8550511" y="4060993"/>
                </a:lnTo>
                <a:lnTo>
                  <a:pt x="0" y="4060993"/>
                </a:lnTo>
                <a:close/>
              </a:path>
            </a:pathLst>
          </a:custGeom>
        </p:spPr>
      </p:pic>
      <p:pic>
        <p:nvPicPr>
          <p:cNvPr id="119" name="图片 118"/>
          <p:cNvPicPr>
            <a:picLocks noChangeAspect="1"/>
          </p:cNvPicPr>
          <p:nvPr/>
        </p:nvPicPr>
        <p:blipFill rotWithShape="1">
          <a:blip r:embed="rId4"/>
          <a:srcRect l="-13545" t="1" r="34945" b="41439"/>
          <a:stretch>
            <a:fillRect/>
          </a:stretch>
        </p:blipFill>
        <p:spPr>
          <a:xfrm rot="605302">
            <a:off x="5994360" y="2794755"/>
            <a:ext cx="6459513" cy="4612577"/>
          </a:xfrm>
          <a:custGeom>
            <a:avLst/>
            <a:gdLst>
              <a:gd name="connsiteX0" fmla="*/ 0 w 6459513"/>
              <a:gd name="connsiteY0" fmla="*/ 0 h 4612577"/>
              <a:gd name="connsiteX1" fmla="*/ 5833918 w 6459513"/>
              <a:gd name="connsiteY1" fmla="*/ 0 h 4612577"/>
              <a:gd name="connsiteX2" fmla="*/ 6459513 w 6459513"/>
              <a:gd name="connsiteY2" fmla="*/ 3516206 h 4612577"/>
              <a:gd name="connsiteX3" fmla="*/ 297276 w 6459513"/>
              <a:gd name="connsiteY3" fmla="*/ 4612577 h 461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59513" h="4612577">
                <a:moveTo>
                  <a:pt x="0" y="0"/>
                </a:moveTo>
                <a:lnTo>
                  <a:pt x="5833918" y="0"/>
                </a:lnTo>
                <a:lnTo>
                  <a:pt x="6459513" y="3516206"/>
                </a:lnTo>
                <a:lnTo>
                  <a:pt x="297276" y="4612577"/>
                </a:lnTo>
                <a:close/>
              </a:path>
            </a:pathLst>
          </a:custGeom>
        </p:spPr>
      </p:pic>
      <p:sp>
        <p:nvSpPr>
          <p:cNvPr id="17" name="任意多边形: 形状 16"/>
          <p:cNvSpPr/>
          <p:nvPr/>
        </p:nvSpPr>
        <p:spPr>
          <a:xfrm>
            <a:off x="1" y="0"/>
            <a:ext cx="1837206" cy="6858000"/>
          </a:xfrm>
          <a:custGeom>
            <a:avLst/>
            <a:gdLst>
              <a:gd name="connsiteX0" fmla="*/ 0 w 2347833"/>
              <a:gd name="connsiteY0" fmla="*/ 0 h 6858000"/>
              <a:gd name="connsiteX1" fmla="*/ 2347833 w 2347833"/>
              <a:gd name="connsiteY1" fmla="*/ 0 h 6858000"/>
              <a:gd name="connsiteX2" fmla="*/ 2347833 w 2347833"/>
              <a:gd name="connsiteY2" fmla="*/ 6858000 h 6858000"/>
              <a:gd name="connsiteX3" fmla="*/ 0 w 234783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7833" h="6858000">
                <a:moveTo>
                  <a:pt x="0" y="0"/>
                </a:moveTo>
                <a:lnTo>
                  <a:pt x="2347833" y="0"/>
                </a:lnTo>
                <a:lnTo>
                  <a:pt x="23478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38000">
                <a:srgbClr val="020457"/>
              </a:gs>
              <a:gs pos="100000">
                <a:srgbClr val="06023D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115089" y="6260953"/>
            <a:ext cx="289392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20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s-ES" altLang="en-US" sz="1100" dirty="0">
                <a:solidFill>
                  <a:schemeClr val="bg1"/>
                </a:solidFill>
                <a:ea typeface="Arial" panose="020B0604020202020204" pitchFamily="34" charset="0"/>
              </a:rPr>
              <a:t>JM MORALES</a:t>
            </a:r>
            <a:endParaRPr lang="es-ES" altLang="en-US" sz="1100" dirty="0">
              <a:solidFill>
                <a:schemeClr val="bg1"/>
              </a:solidFill>
              <a:ea typeface="Arial" panose="020B0604020202020204" pitchFamily="34" charset="0"/>
            </a:endParaRPr>
          </a:p>
        </p:txBody>
      </p:sp>
      <p:grpSp>
        <p:nvGrpSpPr>
          <p:cNvPr id="45" name="组合 44"/>
          <p:cNvGrpSpPr/>
          <p:nvPr/>
        </p:nvGrpSpPr>
        <p:grpSpPr>
          <a:xfrm rot="16200000">
            <a:off x="1435082" y="5418951"/>
            <a:ext cx="761187" cy="761187"/>
            <a:chOff x="1984442" y="5680952"/>
            <a:chExt cx="476655" cy="476655"/>
          </a:xfrm>
          <a:solidFill>
            <a:srgbClr val="AF2EE2"/>
          </a:solidFill>
        </p:grpSpPr>
        <p:sp>
          <p:nvSpPr>
            <p:cNvPr id="28" name="椭圆 27"/>
            <p:cNvSpPr/>
            <p:nvPr/>
          </p:nvSpPr>
          <p:spPr>
            <a:xfrm>
              <a:off x="1984442" y="5680952"/>
              <a:ext cx="476655" cy="47665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半闭框 29"/>
            <p:cNvSpPr/>
            <p:nvPr/>
          </p:nvSpPr>
          <p:spPr>
            <a:xfrm rot="13500593">
              <a:off x="2141181" y="5797398"/>
              <a:ext cx="163177" cy="163177"/>
            </a:xfrm>
            <a:prstGeom prst="halfFrame">
              <a:avLst>
                <a:gd name="adj1" fmla="val 20149"/>
                <a:gd name="adj2" fmla="val 1895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2686776" y="5130571"/>
            <a:ext cx="4714077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s-ES" altLang="en-US" sz="1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Sprint 08</a:t>
            </a:r>
            <a:endParaRPr lang="es-ES" altLang="en-US" sz="1800" b="0" i="0" u="none" strike="noStrike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55331" y="1891672"/>
            <a:ext cx="5739547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s-ES" altLang="en-US" sz="4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El Titanic</a:t>
            </a:r>
            <a:endParaRPr lang="es-ES" altLang="en-US" sz="4800" b="0" i="0" u="none" strike="noStrike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93431" y="4158551"/>
            <a:ext cx="2721421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>
                <a:solidFill>
                  <a:schemeClr val="bg1"/>
                </a:solidFill>
              </a:rPr>
              <a:t>.</a:t>
            </a:r>
            <a:endParaRPr lang="zh-CN" altLang="en-US" sz="1050" dirty="0">
              <a:solidFill>
                <a:schemeClr val="bg1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16374" y="1910722"/>
            <a:ext cx="1064798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s-ES" altLang="en-US" sz="40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08</a:t>
            </a:r>
            <a:endParaRPr lang="es-ES" altLang="en-US" sz="4000" b="0" i="0" u="none" strike="noStrike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</a:endParaRPr>
          </a:p>
        </p:txBody>
      </p:sp>
      <p:cxnSp>
        <p:nvCxnSpPr>
          <p:cNvPr id="102" name="直接连接符 101"/>
          <p:cNvCxnSpPr/>
          <p:nvPr/>
        </p:nvCxnSpPr>
        <p:spPr>
          <a:xfrm>
            <a:off x="719138" y="2644008"/>
            <a:ext cx="41693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1"/>
          <p:cNvSpPr txBox="1"/>
          <p:nvPr/>
        </p:nvSpPr>
        <p:spPr>
          <a:xfrm>
            <a:off x="2593431" y="2721617"/>
            <a:ext cx="5739547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s-ES" altLang="en-US" sz="4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604020202020204" pitchFamily="34" charset="0"/>
              </a:rPr>
              <a:t>Gracias por su atención</a:t>
            </a:r>
            <a:endParaRPr lang="es-ES" altLang="en-US" sz="4800" b="0" i="0" u="none" strike="noStrike" dirty="0">
              <a:solidFill>
                <a:schemeClr val="bg1"/>
              </a:solidFill>
              <a:effectLst/>
              <a:latin typeface="+mj-lt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28.81976377952753,&quot;left&quot;:9.375039370078753,&quot;top&quot;:62.64165354330707,&quot;width&quot;:889.8255905511811}"/>
</p:tagLst>
</file>

<file path=ppt/tags/tag2.xml><?xml version="1.0" encoding="utf-8"?>
<p:tagLst xmlns:p="http://schemas.openxmlformats.org/presentationml/2006/main">
  <p:tag name="KSO_WM_DIAGRAM_VIRTUALLY_FRAME" val="{&quot;height&quot;:428.81976377952753,&quot;left&quot;:9.375039370078753,&quot;top&quot;:62.64165354330707,&quot;width&quot;:889.8255905511811}"/>
</p:tagLst>
</file>

<file path=ppt/tags/tag3.xml><?xml version="1.0" encoding="utf-8"?>
<p:tagLst xmlns:p="http://schemas.openxmlformats.org/presentationml/2006/main">
  <p:tag name="KSO_WM_DIAGRAM_VIRTUALLY_FRAME" val="{&quot;height&quot;:428.81976377952753,&quot;left&quot;:9.375039370078753,&quot;top&quot;:62.64165354330707,&quot;width&quot;:889.8255905511811}"/>
</p:tagLst>
</file>

<file path=ppt/tags/tag4.xml><?xml version="1.0" encoding="utf-8"?>
<p:tagLst xmlns:p="http://schemas.openxmlformats.org/presentationml/2006/main">
  <p:tag name="KSO_WM_DIAGRAM_VIRTUALLY_FRAME" val="{&quot;height&quot;:428.81976377952753,&quot;left&quot;:9.375039370078753,&quot;top&quot;:62.64165354330707,&quot;width&quot;:889.8255905511811}"/>
</p:tagLst>
</file>

<file path=ppt/tags/tag5.xml><?xml version="1.0" encoding="utf-8"?>
<p:tagLst xmlns:p="http://schemas.openxmlformats.org/presentationml/2006/main">
  <p:tag name="KSO_WM_DIAGRAM_VIRTUALLY_FRAME" val="{&quot;height&quot;:428.81976377952753,&quot;left&quot;:9.375039370078753,&quot;top&quot;:62.64165354330707,&quot;width&quot;:889.8255905511811}"/>
</p:tagLst>
</file>

<file path=ppt/tags/tag6.xml><?xml version="1.0" encoding="utf-8"?>
<p:tagLst xmlns:p="http://schemas.openxmlformats.org/presentationml/2006/main">
  <p:tag name="KSO_WM_DIAGRAM_VIRTUALLY_FRAME" val="{&quot;height&quot;:428.81976377952753,&quot;left&quot;:9.375039370078753,&quot;top&quot;:62.64165354330707,&quot;width&quot;:889.8255905511811}"/>
</p:tagLst>
</file>

<file path=ppt/tags/tag7.xml><?xml version="1.0" encoding="utf-8"?>
<p:tagLst xmlns:p="http://schemas.openxmlformats.org/presentationml/2006/main">
  <p:tag name="KSO_WM_DIAGRAM_VIRTUALLY_FRAME" val="{&quot;height&quot;:428.81976377952753,&quot;left&quot;:9.375039370078753,&quot;top&quot;:62.64165354330707,&quot;width&quot;:889.8255905511811}"/>
</p:tagLst>
</file>

<file path=ppt/tags/tag8.xml><?xml version="1.0" encoding="utf-8"?>
<p:tagLst xmlns:p="http://schemas.openxmlformats.org/presentationml/2006/main">
  <p:tag name="KSO_WM_DIAGRAM_VIRTUALLY_FRAME" val="{&quot;height&quot;:428.81976377952753,&quot;left&quot;:9.375039370078753,&quot;top&quot;:62.64165354330707,&quot;width&quot;:889.8255905511811}"/>
</p:tagLst>
</file>

<file path=ppt/tags/tag9.xml><?xml version="1.0" encoding="utf-8"?>
<p:tagLst xmlns:p="http://schemas.openxmlformats.org/presentationml/2006/main">
  <p:tag name="KSO_WM_DIAGRAM_VIRTUALLY_FRAME" val="{&quot;height&quot;:428.81976377952753,&quot;left&quot;:9.375039370078753,&quot;top&quot;:62.64165354330707,&quot;width&quot;:889.8255905511811}"/>
</p:tagLst>
</file>

<file path=ppt/tags/tag10.xml><?xml version="1.0" encoding="utf-8"?>
<p:tagLst xmlns:p="http://schemas.openxmlformats.org/presentationml/2006/main">
  <p:tag name="KSO_WM_DIAGRAM_VIRTUALLY_FRAME" val="{&quot;height&quot;:428.81976377952753,&quot;left&quot;:9.375039370078753,&quot;top&quot;:62.64165354330707,&quot;width&quot;:889.8255905511811}"/>
</p:tagLst>
</file>

<file path=ppt/tags/tag11.xml><?xml version="1.0" encoding="utf-8"?>
<p:tagLst xmlns:p="http://schemas.openxmlformats.org/presentationml/2006/main">
  <p:tag name="KSO_WM_DIAGRAM_VIRTUALLY_FRAME" val="{&quot;height&quot;:428.81976377952753,&quot;left&quot;:9.375039370078753,&quot;top&quot;:62.64165354330707,&quot;width&quot;:889.8255905511811}"/>
</p:tagLst>
</file>

<file path=ppt/tags/tag12.xml><?xml version="1.0" encoding="utf-8"?>
<p:tagLst xmlns:p="http://schemas.openxmlformats.org/presentationml/2006/main">
  <p:tag name="KSO_WM_DIAGRAM_VIRTUALLY_FRAME" val="{&quot;height&quot;:428.81976377952753,&quot;left&quot;:9.375039370078753,&quot;top&quot;:62.64165354330707,&quot;width&quot;:889.8255905511811}"/>
</p:tagLst>
</file>

<file path=ppt/tags/tag13.xml><?xml version="1.0" encoding="utf-8"?>
<p:tagLst xmlns:p="http://schemas.openxmlformats.org/presentationml/2006/main">
  <p:tag name="KSO_WM_DIAGRAM_VIRTUALLY_FRAME" val="{&quot;height&quot;:428.81976377952753,&quot;left&quot;:9.375039370078753,&quot;top&quot;:62.64165354330707,&quot;width&quot;:889.8255905511811}"/>
</p:tagLst>
</file>

<file path=ppt/tags/tag14.xml><?xml version="1.0" encoding="utf-8"?>
<p:tagLst xmlns:p="http://schemas.openxmlformats.org/presentationml/2006/main">
  <p:tag name="COMMONDATA" val="eyJoZGlkIjoiMjM5MTBlNmI2YTY3ZjIxYzUzNmRhMGQyM2YxMDkyYjg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海外衬线复古01">
      <a:majorFont>
        <a:latin typeface="DM Serif Display"/>
        <a:ea typeface=""/>
        <a:cs typeface=""/>
      </a:majorFont>
      <a:minorFont>
        <a:latin typeface="Gilro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1266</Words>
  <Application>WPS Presentation</Application>
  <PresentationFormat>宽屏</PresentationFormat>
  <Paragraphs>106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Microsoft YaHei</vt:lpstr>
      <vt:lpstr>Gilroy</vt:lpstr>
      <vt:lpstr>DM Serif Display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 abbey</dc:creator>
  <cp:lastModifiedBy>jose morales</cp:lastModifiedBy>
  <cp:revision>19</cp:revision>
  <dcterms:created xsi:type="dcterms:W3CDTF">2023-03-30T01:36:00Z</dcterms:created>
  <dcterms:modified xsi:type="dcterms:W3CDTF">2026-03-02T17:13:56Z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359B004032514058A1B32D3DFBFEEC0B_11</vt:lpwstr>
  </property>
  <property fmtid="{D5CDD505-2E9C-101B-9397-08002B2CF9AE}" pid="3" name="KSOProductBuildVer">
    <vt:lpwstr>3082-12.2.0.23196</vt:lpwstr>
  </property>
</Properties>
</file>